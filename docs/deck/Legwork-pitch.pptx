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55448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5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Legwork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7889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paid for the legwork.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61188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C7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Paid, verified, real-world missions for Seeker owners. Funded in USDC, settled on Solana, proven with the phone in your pocket.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120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87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CLOCK IN · Solana Mobile hackathon · October 2026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5486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87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 Donovici · github.com/Marc-Dvci/legwork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723376" y="493776"/>
            <a:ext cx="2702052" cy="5870448"/>
          </a:xfrm>
          <a:prstGeom prst="roundRect">
            <a:avLst>
              <a:gd name="adj" fmla="val 8460"/>
            </a:avLst>
          </a:prstGeom>
          <a:solidFill>
            <a:srgbClr val="17130F"/>
          </a:solidFill>
          <a:ln w="12700">
            <a:solidFill>
              <a:srgbClr val="17130F"/>
            </a:solidFill>
            <a:prstDash val="solid"/>
          </a:ln>
        </p:spPr>
      </p:sp>
      <p:pic>
        <p:nvPicPr>
          <p:cNvPr id="8" name="Image 0" descr="D:\Boulot temp\Solana\legwork\docs\screenshots\01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548640"/>
            <a:ext cx="2592324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Real-world facts go stale when nobody is looking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that café still accept USDC? Is the charger working? Is our poster still up? Someone has to go and look.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349240" cy="178308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E8E1D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🏪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48840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Merchants and directories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65176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methods, opening hours and stock change weekly. A wrong listing costs a customer every time.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1965960"/>
            <a:ext cx="5349240" cy="178308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E8E1D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46520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🔌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7040880" y="2148840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operators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265176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Chargers, kiosks and signage fail in the field long before a ticket is raised.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977640"/>
            <a:ext cx="5349240" cy="178308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E8E1D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🎪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4160520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and communities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466344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Posters, booths and pop-ups exist for days. Verification by staff costs more than the campaign.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17920" y="3977640"/>
            <a:ext cx="5349240" cy="178308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E8E1D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46520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◎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7040880" y="4160520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Solana ecosystem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466344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"Where can I actually pay with USDC?" is still answered by hearsay.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59893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the options are an employee's afternoon, a contractor, a phone call nobody answers, or a gig platform with a 30% take and no proof.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640080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Legwork · CLOCK IN, the Solana Mobile hackathon · Marc Donovici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Seeker owners become a paid verification network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creator funds a mission in USDC. A nearby worker walks there, proves it with GPS and the camera, and is paid from escrow in seconds.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68096" y="1819656"/>
            <a:ext cx="2043684" cy="4407408"/>
          </a:xfrm>
          <a:prstGeom prst="roundRect">
            <a:avLst>
              <a:gd name="adj" fmla="val 11186"/>
            </a:avLst>
          </a:prstGeom>
          <a:solidFill>
            <a:srgbClr val="17130F"/>
          </a:solidFill>
          <a:ln w="12700">
            <a:solidFill>
              <a:srgbClr val="17130F"/>
            </a:solidFill>
            <a:prstDash val="solid"/>
          </a:ln>
        </p:spPr>
      </p:sp>
      <p:pic>
        <p:nvPicPr>
          <p:cNvPr id="5" name="Image 0" descr="D:\Boulot temp\Solana\legwork\docs\screenshots\01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874520"/>
            <a:ext cx="1933956" cy="42976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6263640"/>
            <a:ext cx="24825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Missions near you, priced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3204972" y="1819656"/>
            <a:ext cx="2043684" cy="4407408"/>
          </a:xfrm>
          <a:prstGeom prst="roundRect">
            <a:avLst>
              <a:gd name="adj" fmla="val 11186"/>
            </a:avLst>
          </a:prstGeom>
          <a:solidFill>
            <a:srgbClr val="17130F"/>
          </a:solidFill>
          <a:ln w="12700">
            <a:solidFill>
              <a:srgbClr val="17130F"/>
            </a:solidFill>
            <a:prstDash val="solid"/>
          </a:ln>
        </p:spPr>
      </p:sp>
      <p:pic>
        <p:nvPicPr>
          <p:cNvPr id="8" name="Image 1" descr="D:\Boulot temp\Solana\legwork\docs\screenshots\02_detai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9836" y="1874520"/>
            <a:ext cx="1933956" cy="42976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985516" y="6263640"/>
            <a:ext cx="24825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do, what proves it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5641848" y="1819656"/>
            <a:ext cx="2043684" cy="4407408"/>
          </a:xfrm>
          <a:prstGeom prst="roundRect">
            <a:avLst>
              <a:gd name="adj" fmla="val 11186"/>
            </a:avLst>
          </a:prstGeom>
          <a:solidFill>
            <a:srgbClr val="17130F"/>
          </a:solidFill>
          <a:ln w="12700">
            <a:solidFill>
              <a:srgbClr val="17130F"/>
            </a:solidFill>
            <a:prstDash val="solid"/>
          </a:ln>
        </p:spPr>
      </p:sp>
      <p:pic>
        <p:nvPicPr>
          <p:cNvPr id="11" name="Image 2" descr="D:\Boulot temp\Solana\legwork\docs\screenshots\03_arriv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6712" y="1874520"/>
            <a:ext cx="1933956" cy="42976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422392" y="6263640"/>
            <a:ext cx="24825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 confirms arrival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8078724" y="1819656"/>
            <a:ext cx="2043684" cy="4407408"/>
          </a:xfrm>
          <a:prstGeom prst="roundRect">
            <a:avLst>
              <a:gd name="adj" fmla="val 11186"/>
            </a:avLst>
          </a:prstGeom>
          <a:solidFill>
            <a:srgbClr val="17130F"/>
          </a:solidFill>
          <a:ln w="12700">
            <a:solidFill>
              <a:srgbClr val="17130F"/>
            </a:solidFill>
            <a:prstDash val="solid"/>
          </a:ln>
        </p:spPr>
      </p:sp>
      <p:pic>
        <p:nvPicPr>
          <p:cNvPr id="14" name="Image 3" descr="D:\Boulot temp\Solana\legwork\docs\screenshots\05_pai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3588" y="1874520"/>
            <a:ext cx="1933956" cy="429768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7859268" y="6263640"/>
            <a:ext cx="24825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and paid</a:t>
            </a:r>
            <a:endParaRPr lang="en-US" sz="1100" dirty="0"/>
          </a:p>
        </p:txBody>
      </p:sp>
      <p:sp>
        <p:nvSpPr>
          <p:cNvPr id="16" name="Text 10"/>
          <p:cNvSpPr txBox="1"/>
          <p:nvPr/>
        </p:nvSpPr>
        <p:spPr>
          <a:xfrm>
            <a:off x="640080" y="640080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Legwork · CLOCK IN, the Solana Mobile hackathon · Marc Donovici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loop, six steps, every one of them on the phone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600200"/>
            <a:ext cx="3474720" cy="201168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 w="12700">
            <a:solidFill>
              <a:srgbClr val="E8E1D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1828800"/>
            <a:ext cx="502920" cy="502920"/>
          </a:xfrm>
          <a:prstGeom prst="ellipse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828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46888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pins on a live map. Alerts when a mission lands within your radius.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43400" y="1600200"/>
            <a:ext cx="3474720" cy="201168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 w="12700">
            <a:solidFill>
              <a:srgbClr val="E8E1D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0" y="1828800"/>
            <a:ext cx="502920" cy="502920"/>
          </a:xfrm>
          <a:prstGeom prst="ellipse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212080" y="1828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246888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slot is held for 45 minutes on chain. Gasless for the worker.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046720" y="1600200"/>
            <a:ext cx="3474720" cy="201168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 w="12700">
            <a:solidFill>
              <a:srgbClr val="E8E1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75320" y="1828800"/>
            <a:ext cx="502920" cy="502920"/>
          </a:xfrm>
          <a:prstGeom prst="ellipse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7532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1828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275320" y="246888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distance, navigate intent, and a green state the moment you are inside the radius.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3840480"/>
            <a:ext cx="3474720" cy="201168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 w="12700">
            <a:solidFill>
              <a:srgbClr val="E8E1D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68680" y="4069080"/>
            <a:ext cx="502920" cy="502920"/>
          </a:xfrm>
          <a:prstGeom prst="ellipse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68680" y="4069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508760" y="40690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868680" y="470916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In-app camera only. The photo carries GPS, accuracy, timestamp and device signals.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343400" y="3840480"/>
            <a:ext cx="3474720" cy="201168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 w="12700">
            <a:solidFill>
              <a:srgbClr val="E8E1D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72000" y="4069080"/>
            <a:ext cx="502920" cy="502920"/>
          </a:xfrm>
          <a:prstGeom prst="ellipse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72000" y="4069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5212080" y="40690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0" y="470916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 policy, freshness, duplicate detection, then a vision judge with named checks.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8046720" y="3840480"/>
            <a:ext cx="3474720" cy="201168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 w="12700">
            <a:solidFill>
              <a:srgbClr val="E8E1D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75320" y="4069080"/>
            <a:ext cx="502920" cy="502920"/>
          </a:xfrm>
          <a:prstGeom prst="ellipse">
            <a:avLst/>
          </a:prstGeom>
          <a:solidFill>
            <a:srgbClr val="0E9F6E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75320" y="4069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915400" y="40690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paid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8275320" y="470916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approve_completion moves USDC from the vault to your wallet and writes the proof hash.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640080" y="61264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Score, streak and earnings update from chain, and the map already shows the next one.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640080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Legwork · CLOCK IN, the Solana Mobile hackathon · Marc Donovici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Remove the phone and the product stops working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Legwork is not a web app in a wrapper. The phone is part of the protocol.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640080" cy="640080"/>
          </a:xfrm>
          <a:prstGeom prst="ellipse">
            <a:avLst/>
          </a:prstGeom>
          <a:solidFill>
            <a:srgbClr val="FFE9DF"/>
          </a:solidFill>
          <a:ln w="12700">
            <a:solidFill>
              <a:srgbClr val="FFE9D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82880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 is the first proof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14884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Presence inside the mission radius, accuracy-aware, mock providers rejected.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697480"/>
            <a:ext cx="640080" cy="640080"/>
          </a:xfrm>
          <a:prstGeom prst="ellipse">
            <a:avLst/>
          </a:prstGeom>
          <a:solidFill>
            <a:srgbClr val="FFE9DF"/>
          </a:solidFill>
          <a:ln w="12700">
            <a:solidFill>
              <a:srgbClr val="FFE9D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697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📸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69748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camera is the second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301752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capture only. No gallery uploads. Perceptual hashes catch re-used photos.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566160"/>
            <a:ext cx="640080" cy="640080"/>
          </a:xfrm>
          <a:prstGeom prst="ellipse">
            <a:avLst/>
          </a:prstGeom>
          <a:solidFill>
            <a:srgbClr val="FFE9DF"/>
          </a:solidFill>
          <a:ln w="12700">
            <a:solidFill>
              <a:srgbClr val="FFE9D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566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📱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356616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Seeker is the third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88620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Seeker Genesis Token binds one device to one worker for Seeker-only missions.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434840"/>
            <a:ext cx="640080" cy="640080"/>
          </a:xfrm>
          <a:prstGeom prst="ellipse">
            <a:avLst/>
          </a:prstGeom>
          <a:solidFill>
            <a:srgbClr val="FFE9DF"/>
          </a:solidFill>
          <a:ln w="12700">
            <a:solidFill>
              <a:srgbClr val="FFE9D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4434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🔔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43484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 bring people back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463040" y="475488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"$8 mission 400 m away", computed on the device every 15 minutes from the last position.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5303520"/>
            <a:ext cx="640080" cy="640080"/>
          </a:xfrm>
          <a:prstGeom prst="ellipse">
            <a:avLst/>
          </a:prstGeom>
          <a:solidFill>
            <a:srgbClr val="FFE9DF"/>
          </a:solidFill>
          <a:ln w="12700">
            <a:solidFill>
              <a:srgbClr val="FFE9D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5303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🚶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530352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Movement is the mechanic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463040" y="562356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counts down live; arrival flips the screen green and unlocks the shutter.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174736" y="1682496"/>
            <a:ext cx="2125980" cy="4590288"/>
          </a:xfrm>
          <a:prstGeom prst="roundRect">
            <a:avLst>
              <a:gd name="adj" fmla="val 10753"/>
            </a:avLst>
          </a:prstGeom>
          <a:solidFill>
            <a:srgbClr val="17130F"/>
          </a:solidFill>
          <a:ln w="12700">
            <a:solidFill>
              <a:srgbClr val="17130F"/>
            </a:solidFill>
            <a:prstDash val="solid"/>
          </a:ln>
        </p:spPr>
      </p:sp>
      <p:pic>
        <p:nvPicPr>
          <p:cNvPr id="25" name="Image 0" descr="D:\Boulot temp\Solana\legwork\docs\screenshots\04_cap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1737360"/>
            <a:ext cx="2016252" cy="4480560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7955280" y="6309360"/>
            <a:ext cx="25648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 on the capture screen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640080" y="640080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Legwork · CLOCK IN, the Solana Mobile hackathon · Marc Donovici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chain is the database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Missions, escrow, reservations, completions, reputation, streaks and stake are accounts of one Anchor program. The verifier holds no state.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852160" cy="978408"/>
          </a:xfrm>
          <a:prstGeom prst="roundRect">
            <a:avLst>
              <a:gd name="adj" fmla="val 16822"/>
            </a:avLst>
          </a:prstGeom>
          <a:solidFill>
            <a:srgbClr val="FFFFFF"/>
          </a:solidFill>
          <a:ln w="12700">
            <a:solidFill>
              <a:srgbClr val="E8E1D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10312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 + vault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606040"/>
            <a:ext cx="53035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PDA per mission with its own USDC token account. The creator funds reward × slots in one signature.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971800"/>
            <a:ext cx="5852160" cy="978408"/>
          </a:xfrm>
          <a:prstGeom prst="roundRect">
            <a:avLst>
              <a:gd name="adj" fmla="val 16822"/>
            </a:avLst>
          </a:prstGeom>
          <a:solidFill>
            <a:srgbClr val="FFFFFF"/>
          </a:solidFill>
          <a:ln w="12700">
            <a:solidFill>
              <a:srgbClr val="E8E1D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315468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657600"/>
            <a:ext cx="53035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 for a worker by the verifier's signature. The worker never pays a fee.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4023360"/>
            <a:ext cx="5852160" cy="978408"/>
          </a:xfrm>
          <a:prstGeom prst="roundRect">
            <a:avLst>
              <a:gd name="adj" fmla="val 16822"/>
            </a:avLst>
          </a:prstGeom>
          <a:solidFill>
            <a:srgbClr val="FFFFFF"/>
          </a:solidFill>
          <a:ln w="12700">
            <a:solidFill>
              <a:srgbClr val="E8E1D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420624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Completion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4709160"/>
            <a:ext cx="53035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hash, confidence and the yes/no answer, written in the same transaction as the payout.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5074920"/>
            <a:ext cx="5852160" cy="978408"/>
          </a:xfrm>
          <a:prstGeom prst="roundRect">
            <a:avLst>
              <a:gd name="adj" fmla="val 16822"/>
            </a:avLst>
          </a:prstGeom>
          <a:solidFill>
            <a:srgbClr val="FFFFFF"/>
          </a:solidFill>
          <a:ln w="12700">
            <a:solidFill>
              <a:srgbClr val="E8E1D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52578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WorkerProfile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5760720"/>
            <a:ext cx="53035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Approved, rejected, streak, score, categories, SKR stake, Seeker binding. Readable by any client.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720840" y="1920240"/>
            <a:ext cx="4846320" cy="978408"/>
          </a:xfrm>
          <a:prstGeom prst="roundRect">
            <a:avLst>
              <a:gd name="adj" fmla="val 16822"/>
            </a:avLst>
          </a:prstGeom>
          <a:solidFill>
            <a:srgbClr val="F3EEE6"/>
          </a:solidFill>
          <a:ln w="12700">
            <a:solidFill>
              <a:srgbClr val="E8E1D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95160" y="21031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Escrow you can inspect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995160" y="2606040"/>
            <a:ext cx="42976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"$12.00 still locked" on the mission page is the vault balance.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720840" y="2971800"/>
            <a:ext cx="4846320" cy="978408"/>
          </a:xfrm>
          <a:prstGeom prst="roundRect">
            <a:avLst>
              <a:gd name="adj" fmla="val 16822"/>
            </a:avLst>
          </a:prstGeom>
          <a:solidFill>
            <a:srgbClr val="F3EEE6"/>
          </a:solidFill>
          <a:ln w="12700">
            <a:solidFill>
              <a:srgbClr val="E8E1D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995160" y="31546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global settlement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995160" y="3657600"/>
            <a:ext cx="42976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worker in Strasbourg is paid by a creator anywhere, in seconds, with a transaction link.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720840" y="4023360"/>
            <a:ext cx="4846320" cy="978408"/>
          </a:xfrm>
          <a:prstGeom prst="roundRect">
            <a:avLst>
              <a:gd name="adj" fmla="val 16822"/>
            </a:avLst>
          </a:prstGeom>
          <a:solidFill>
            <a:srgbClr val="F3EEE6"/>
          </a:solidFill>
          <a:ln w="12700">
            <a:solidFill>
              <a:srgbClr val="E8E1D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995160" y="42062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Permissionless reads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995160" y="4709160"/>
            <a:ext cx="42976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Leaderboards and creator analytics are getProgramAccounts calls.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720840" y="5074920"/>
            <a:ext cx="4846320" cy="978408"/>
          </a:xfrm>
          <a:prstGeom prst="roundRect">
            <a:avLst>
              <a:gd name="adj" fmla="val 16822"/>
            </a:avLst>
          </a:prstGeom>
          <a:solidFill>
            <a:srgbClr val="F3EEE6"/>
          </a:solidFill>
          <a:ln w="12700">
            <a:solidFill>
              <a:srgbClr val="E8E1D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995160" y="52578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Verifier is a key, not a database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6995160" y="5760720"/>
            <a:ext cx="42976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 only pay a reserved worker from that mission's vault, once.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40080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Legwork · CLOCK IN, the Solana Mobile hackathon · Marc Donovici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Seeker hardware gets real marketplace utility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600200"/>
            <a:ext cx="3931920" cy="1920240"/>
          </a:xfrm>
          <a:prstGeom prst="roundRect">
            <a:avLst>
              <a:gd name="adj" fmla="val 8571"/>
            </a:avLst>
          </a:prstGeom>
          <a:solidFill>
            <a:srgbClr val="EDE4FF"/>
          </a:solidFill>
          <a:ln w="12700">
            <a:solidFill>
              <a:srgbClr val="E8E1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7830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Seeker verified badge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286000"/>
            <a:ext cx="3383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inspects the wallet's Token-2022 accounts for a Seeker Genesis Token (mint authority, metadata pointer, token group), then the verifier binds it on chain.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800600" y="1600200"/>
            <a:ext cx="3931920" cy="1920240"/>
          </a:xfrm>
          <a:prstGeom prst="roundRect">
            <a:avLst>
              <a:gd name="adj" fmla="val 8571"/>
            </a:avLst>
          </a:prstGeom>
          <a:solidFill>
            <a:srgbClr val="EDE4FF"/>
          </a:solidFill>
          <a:ln w="12700">
            <a:solidFill>
              <a:srgbClr val="E8E1D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74920" y="17830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device, one worker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074920" y="2286000"/>
            <a:ext cx="3383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Device PDA maps each Genesis Token mint to a single wallet. Sponsored campaigns can pay once per Seeker, not once per keypair.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749040"/>
            <a:ext cx="3931920" cy="1920240"/>
          </a:xfrm>
          <a:prstGeom prst="roundRect">
            <a:avLst>
              <a:gd name="adj" fmla="val 8571"/>
            </a:avLst>
          </a:prstGeom>
          <a:solidFill>
            <a:srgbClr val="EDE4FF"/>
          </a:solidFill>
          <a:ln w="12700">
            <a:solidFill>
              <a:srgbClr val="E8E1D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39319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Seeker-only missions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4434840"/>
            <a:ext cx="3383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Creators tick "Seeker only"; the program refuses approvals from unbound wallets. Ecosystem campaigns land in Seeker owners' pockets first.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800600" y="3749040"/>
            <a:ext cx="3931920" cy="1920240"/>
          </a:xfrm>
          <a:prstGeom prst="roundRect">
            <a:avLst>
              <a:gd name="adj" fmla="val 8571"/>
            </a:avLst>
          </a:prstGeom>
          <a:solidFill>
            <a:srgbClr val="EDE4FF"/>
          </a:solidFill>
          <a:ln w="12700">
            <a:solidFill>
              <a:srgbClr val="E8E1D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74920" y="39319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tier from day one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074920" y="4434840"/>
            <a:ext cx="3383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bound Seeker skips the Explorer tier: priority verification and a badge on the leaderboard.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089136" y="1225296"/>
            <a:ext cx="2372868" cy="5138928"/>
          </a:xfrm>
          <a:prstGeom prst="roundRect">
            <a:avLst>
              <a:gd name="adj" fmla="val 9634"/>
            </a:avLst>
          </a:prstGeom>
          <a:solidFill>
            <a:srgbClr val="17130F"/>
          </a:solidFill>
          <a:ln w="12700">
            <a:solidFill>
              <a:srgbClr val="17130F"/>
            </a:solidFill>
            <a:prstDash val="solid"/>
          </a:ln>
        </p:spPr>
      </p:sp>
      <p:pic>
        <p:nvPicPr>
          <p:cNvPr id="16" name="Image 0" descr="D:\Boulot temp\Solana\legwork\docs\screenshots\07_prof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1280160"/>
            <a:ext cx="2263140" cy="502920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869680" y="6400800"/>
            <a:ext cx="28117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Profile: tier, stake, Seeker check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640080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Legwork · CLOCK IN, the Solana Mobile hackathon · Marc Donovici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SKR is the commitment behind trust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SKR and the marketplace loses its trust tiers and its fee schedule. Staking is enforced by the program, not by a spreadsheet.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2084832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F3EEE6"/>
          </a:solidFill>
          <a:ln w="12700">
            <a:solidFill>
              <a:srgbClr val="F3EE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084832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20116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missions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0" y="2011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missions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953512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EDE4FF"/>
          </a:solidFill>
          <a:ln w="12700">
            <a:solidFill>
              <a:srgbClr val="EDE4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953512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194560" y="28803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Badge, priority verification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0" y="28803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missions or a Seeker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822192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EDE4FF"/>
          </a:solidFill>
          <a:ln w="12700">
            <a:solidFill>
              <a:srgbClr val="EDE4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822192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Trusted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194560" y="37490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Higher-value missions, two reservations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0" y="37490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missions + 100 SKR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690872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EDE4FF"/>
          </a:solidFill>
          <a:ln w="12700">
            <a:solidFill>
              <a:srgbClr val="EDE4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4690872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2194560" y="46177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campaigns, dispute reviewer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0" y="46177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missions + 1000 SKR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138160" y="2011680"/>
            <a:ext cx="3429000" cy="1554480"/>
          </a:xfrm>
          <a:prstGeom prst="roundRect">
            <a:avLst>
              <a:gd name="adj" fmla="val 10588"/>
            </a:avLst>
          </a:prstGeom>
          <a:solidFill>
            <a:srgbClr val="EDE4FF"/>
          </a:solidFill>
          <a:ln w="12700">
            <a:solidFill>
              <a:srgbClr val="E8E1D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412480" y="219456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Creators stake 500 SKR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8412480" y="2697480"/>
            <a:ext cx="2880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fee drops from 10% to 5% on every mission they fund. Computed on chain at funding time.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138160" y="3749040"/>
            <a:ext cx="3429000" cy="1554480"/>
          </a:xfrm>
          <a:prstGeom prst="roundRect">
            <a:avLst>
              <a:gd name="adj" fmla="val 10588"/>
            </a:avLst>
          </a:prstGeom>
          <a:solidFill>
            <a:srgbClr val="EDE4FF"/>
          </a:solidFill>
          <a:ln w="12700">
            <a:solidFill>
              <a:srgbClr val="E8E1D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412480" y="393192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Workers stake to climb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8412480" y="4434840"/>
            <a:ext cx="2880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 is locked in a config-owned vault and can be withdrawn at any time. Creators can require a minimum score.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57607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Mainnet SKR mint SKRbvo6Gf7GondiT3BbTfuRDPqLWei4j2Qy2NPGZhW3 · a test mint stands in on devnet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640080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Legwork · CLOCK IN, the Solana Mobile hackathon · Marc Donovici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Creators deploy people in one signature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676656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E8E1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60020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103120"/>
            <a:ext cx="6217920" cy="45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USDC acceptance, charger check, poster check, shelf availability, opening hours.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2404872"/>
            <a:ext cx="676656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E8E1D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587752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 on the map, set the radius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090672"/>
            <a:ext cx="6217920" cy="45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Reward, number of completions, deadline, Seeker-only, minimum score.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392424"/>
            <a:ext cx="676656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E8E1D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3575304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and publish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4078224"/>
            <a:ext cx="6217920" cy="45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wallet signature creates the mission, its vault, the escrow and the fee.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4379976"/>
            <a:ext cx="676656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E8E1D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4562856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Answers, not just photos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5065776"/>
            <a:ext cx="6217920" cy="45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yes/no question is answered on chain per completion; the dashboard tallies Yes / No / Unclear.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5367528"/>
            <a:ext cx="676656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E8E1D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5550408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and recover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6053328"/>
            <a:ext cx="6217920" cy="45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is not claimed comes back to the creator's wallet.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74736" y="1225296"/>
            <a:ext cx="2372868" cy="5138928"/>
          </a:xfrm>
          <a:prstGeom prst="roundRect">
            <a:avLst>
              <a:gd name="adj" fmla="val 9634"/>
            </a:avLst>
          </a:prstGeom>
          <a:solidFill>
            <a:srgbClr val="17130F"/>
          </a:solidFill>
          <a:ln w="12700">
            <a:solidFill>
              <a:srgbClr val="17130F"/>
            </a:solidFill>
            <a:prstDash val="solid"/>
          </a:ln>
        </p:spPr>
      </p:sp>
      <p:pic>
        <p:nvPicPr>
          <p:cNvPr id="19" name="Image 0" descr="D:\Boulot temp\Solana\legwork\docs\screenshots\08_cre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1280160"/>
            <a:ext cx="2263140" cy="5029200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7955280" y="6400800"/>
            <a:ext cx="28117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mission with funding summary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640080" y="640080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Legwork · CLOCK IN, the Solana Mobile hackathon · Marc Donovici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proof passes named checks the worker can see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627632"/>
            <a:ext cx="365760" cy="365760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627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5544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mission location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297680" y="155448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≤ radius + min(accuracy, 50 m) + 25 m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249424"/>
            <a:ext cx="365760" cy="365760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2494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17627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 accuracy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297680" y="217627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100 m, mock-location flag rejected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2871216"/>
            <a:ext cx="365760" cy="365760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28712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279806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capture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297680" y="2798064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 within 10 min of server time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493008"/>
            <a:ext cx="365760" cy="365760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4930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341985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photo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297680" y="3419856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 not on chain, dhash Hamming &gt; 6 from recent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4114800"/>
            <a:ext cx="365760" cy="365760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4114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04164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photo, not a screen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297680" y="404164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judge flags re-photographed screens and prints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" y="4736592"/>
            <a:ext cx="365760" cy="365760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0080" y="4736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188720" y="46634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matches the mission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297680" y="46634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relevant, fulfils the instructions, confidence ≥ 60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40080" y="5358384"/>
            <a:ext cx="365760" cy="365760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080" y="53583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188720" y="528523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to 4 mission-specific checks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297680" y="528523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"accepted payment methods are readable"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503920" y="1554480"/>
            <a:ext cx="3063240" cy="2011680"/>
          </a:xfrm>
          <a:prstGeom prst="roundRect">
            <a:avLst>
              <a:gd name="adj" fmla="val 8182"/>
            </a:avLst>
          </a:prstGeom>
          <a:solidFill>
            <a:srgbClr val="DDF5EA"/>
          </a:solidFill>
          <a:ln w="12700">
            <a:solidFill>
              <a:srgbClr val="E8E1D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778240" y="173736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E9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by construction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8778240" y="2240280"/>
            <a:ext cx="2514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Photos are judged in memory and discarded. Only the hash goes on chain. Precise location is read only while a mission screen is open.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503920" y="3749040"/>
            <a:ext cx="3063240" cy="2011680"/>
          </a:xfrm>
          <a:prstGeom prst="roundRect">
            <a:avLst>
              <a:gd name="adj" fmla="val 8182"/>
            </a:avLst>
          </a:prstGeom>
          <a:solidFill>
            <a:srgbClr val="DDF5EA"/>
          </a:solidFill>
          <a:ln w="12700">
            <a:solidFill>
              <a:srgbClr val="E8E1D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778240" y="39319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E9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 stay in the wallet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8778240" y="4434840"/>
            <a:ext cx="2514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Sign-in, funding and staking go through Mobile Wallet Adapter. The verifier key can only pay a reserved worker from that mission's vault.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640080" y="640080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Legwork · CLOCK IN, the Solana Mobile hackathon · Marc Donovici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marketplace fee, paid at funding time, on chain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55448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5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10%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3774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fee on funded rewards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3566160" y="155448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5%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3566160" y="23774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creators staking 500 SKR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92240" y="155448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E9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$0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23774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workers: reservations and payouts are gasless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30632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 reward $5 · creator pays $5.50 · Legwork treasury receives $0.50, in the same transaction that funds the escrow.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657600"/>
            <a:ext cx="2606040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8E1D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3840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🏪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84048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Commerce intelligence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4343400"/>
            <a:ext cx="2057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methods, shelf checks, price and opening-hour verification for directories and brands.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456432" y="3657600"/>
            <a:ext cx="2606040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8E1D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685032" y="3840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🔌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4279392" y="384048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3730752" y="4343400"/>
            <a:ext cx="2057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Chargers, kiosks, signage and accessibility checks for operators and cities.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72784" y="3657600"/>
            <a:ext cx="2606040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8E1D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1384" y="3840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🎪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7095744" y="384048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547104" y="4343400"/>
            <a:ext cx="2057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 presence, booth check-ins, conference scavenger missions.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089136" y="3657600"/>
            <a:ext cx="2606040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8E1D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317736" y="3840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◎</a:t>
            </a:r>
            <a:endParaRPr lang="en-US" sz="2400" dirty="0"/>
          </a:p>
        </p:txBody>
      </p:sp>
      <p:sp>
        <p:nvSpPr>
          <p:cNvPr id="24" name="Text 22"/>
          <p:cNvSpPr txBox="1"/>
          <p:nvPr/>
        </p:nvSpPr>
        <p:spPr>
          <a:xfrm>
            <a:off x="9912096" y="384048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Solana ecosystem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9363456" y="4343400"/>
            <a:ext cx="2057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"Pay with USDC here" merchant maps, Seeker-only campaigns, community verification drives.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640080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Legwork · CLOCK IN, the Solana Mobile hackathon · Marc Donovici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7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and running on devnet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4630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5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3774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C7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instructions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2880360" y="14630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5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2880360" y="23774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C7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on-chain account types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0" y="14630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E9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5029200" y="23774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C7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screens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178040" y="14630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E9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7178040" y="23774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C7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proof checks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1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Android: Kotlin, Jetpack Compose, Mobile Wallet Adapter 2.0 (Sign-in-with-Solana, signTransactions), MapLibre, CameraX, WorkManager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1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Program: Anchor 1.0, program id 86V9Vw6jPnoy4R6feJK6atwMK3x1oUootvvbqb8iZHD6, committed IDL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41148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1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Verifier: FastAPI, stateless, Gemini vision judge with structured verdicts, dhash duplicate detection, SIWS sessions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45720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1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Repository someone else can clone and run: pinned Docker build for the program, local validator script, devnet seeding, unit tests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5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github.com/Marc-Dvci/legwork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5760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Legwork. Get paid for the legwork.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9089136" y="585216"/>
            <a:ext cx="2619756" cy="5687568"/>
          </a:xfrm>
          <a:prstGeom prst="roundRect">
            <a:avLst>
              <a:gd name="adj" fmla="val 8726"/>
            </a:avLst>
          </a:prstGeom>
          <a:solidFill>
            <a:srgbClr val="17130F"/>
          </a:solidFill>
          <a:ln w="12700">
            <a:solidFill>
              <a:srgbClr val="17130F"/>
            </a:solidFill>
            <a:prstDash val="solid"/>
          </a:ln>
        </p:spPr>
      </p:sp>
      <p:pic>
        <p:nvPicPr>
          <p:cNvPr id="18" name="Image 0" descr="D:\Boulot temp\Solana\legwork\docs\screenshots\05_pa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640080"/>
            <a:ext cx="2510028" cy="557784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640080" y="640080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87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Legwork · CLOCK IN, the Solana Mobile hackathon · Marc Donovici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Legwork</dc:title>
  <dc:subject>PptxGenJS Presentation</dc:subject>
  <dc:creator>Marc Donovici</dc:creator>
  <cp:lastModifiedBy>Marc Donovici</cp:lastModifiedBy>
  <cp:revision>1</cp:revision>
  <dcterms:created xsi:type="dcterms:W3CDTF">2026-09-21T07:40:42Z</dcterms:created>
  <dcterms:modified xsi:type="dcterms:W3CDTF">2026-09-21T07:40:42Z</dcterms:modified>
</cp:coreProperties>
</file>