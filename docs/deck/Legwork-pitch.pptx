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Legwork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paid for the legwork.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Paid, verified, real-world missions for Seeker owners. Funded in USDC, settled on Solana, proven with the phone in your pocket.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8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 · Solana Mobile hackathon · October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8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Donovici · github.com/Marc-Dvci/Legwork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723376" y="493776"/>
            <a:ext cx="2702052" cy="5870448"/>
          </a:xfrm>
          <a:prstGeom prst="roundRect">
            <a:avLst>
              <a:gd name="adj" fmla="val 8460"/>
            </a:avLst>
          </a:prstGeom>
          <a:solidFill>
            <a:srgbClr val="17130F"/>
          </a:solidFill>
          <a:ln w="12700">
            <a:solidFill>
              <a:srgbClr val="17130F"/>
            </a:solidFill>
            <a:prstDash val="solid"/>
          </a:ln>
        </p:spPr>
      </p:sp>
      <p:pic>
        <p:nvPicPr>
          <p:cNvPr id="8" name="Image 0" descr="D:\Boulot temp\Solana\legwork\docs\screenshots\01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548640"/>
            <a:ext cx="259232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facts go stale when nobody is looking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that café still accept USDC? Is the charger working? Is our poster still up? Someone has to go and look.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7830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🏪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488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and directories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517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methods, opening hours and stock change weekly. A wrong listing costs a customer every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349240" cy="17830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1488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operators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517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Chargers, kiosks and signage fail in the field long before a ticket is raised.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349240" cy="17830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🎪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160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and communities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663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Posters, booths and pop-ups exist for days. Verification by staff costs more than the campaign.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977640"/>
            <a:ext cx="5349240" cy="17830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◎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4160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Solana ecosystem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663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can I actually pay with USDC?" is still answered by hearsay.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options are an employee's afternoon, a contractor, a phone call nobody answers, or a gig platform with a 30% take and no proof.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008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Legwork · CLOCK IN, the Solana Mobile hackathon · Marc Donovici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Seeker owners become a paid verification network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creator funds a mission in USDC. A nearby worker walks there, proves it with GPS and the camera, and is paid from escrow in seconds.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8096" y="1819656"/>
            <a:ext cx="2043684" cy="4407408"/>
          </a:xfrm>
          <a:prstGeom prst="roundRect">
            <a:avLst>
              <a:gd name="adj" fmla="val 11186"/>
            </a:avLst>
          </a:prstGeom>
          <a:solidFill>
            <a:srgbClr val="17130F"/>
          </a:solidFill>
          <a:ln w="12700">
            <a:solidFill>
              <a:srgbClr val="17130F"/>
            </a:solidFill>
            <a:prstDash val="solid"/>
          </a:ln>
        </p:spPr>
      </p:sp>
      <p:pic>
        <p:nvPicPr>
          <p:cNvPr id="5" name="Image 0" descr="D:\Boulot temp\Solana\legwork\docs\screenshots\01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1933956" cy="4297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263640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near you, priced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4972" y="1819656"/>
            <a:ext cx="2043684" cy="4407408"/>
          </a:xfrm>
          <a:prstGeom prst="roundRect">
            <a:avLst>
              <a:gd name="adj" fmla="val 11186"/>
            </a:avLst>
          </a:prstGeom>
          <a:solidFill>
            <a:srgbClr val="17130F"/>
          </a:solidFill>
          <a:ln w="12700">
            <a:solidFill>
              <a:srgbClr val="17130F"/>
            </a:solidFill>
            <a:prstDash val="solid"/>
          </a:ln>
        </p:spPr>
      </p:sp>
      <p:pic>
        <p:nvPicPr>
          <p:cNvPr id="8" name="Image 1" descr="D:\Boulot temp\Solana\legwork\docs\screenshots\02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836" y="1874520"/>
            <a:ext cx="1933956" cy="42976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985516" y="6263640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do, what proves it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641848" y="1819656"/>
            <a:ext cx="2043684" cy="4407408"/>
          </a:xfrm>
          <a:prstGeom prst="roundRect">
            <a:avLst>
              <a:gd name="adj" fmla="val 11186"/>
            </a:avLst>
          </a:prstGeom>
          <a:solidFill>
            <a:srgbClr val="17130F"/>
          </a:solidFill>
          <a:ln w="12700">
            <a:solidFill>
              <a:srgbClr val="17130F"/>
            </a:solidFill>
            <a:prstDash val="solid"/>
          </a:ln>
        </p:spPr>
      </p:sp>
      <p:pic>
        <p:nvPicPr>
          <p:cNvPr id="11" name="Image 2" descr="D:\Boulot temp\Solana\legwork\docs\screenshots\03_arriv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1874520"/>
            <a:ext cx="1933956" cy="42976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22392" y="6263640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confirms arrival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8078724" y="1819656"/>
            <a:ext cx="2043684" cy="4407408"/>
          </a:xfrm>
          <a:prstGeom prst="roundRect">
            <a:avLst>
              <a:gd name="adj" fmla="val 11186"/>
            </a:avLst>
          </a:prstGeom>
          <a:solidFill>
            <a:srgbClr val="17130F"/>
          </a:solidFill>
          <a:ln w="12700">
            <a:solidFill>
              <a:srgbClr val="17130F"/>
            </a:solidFill>
            <a:prstDash val="solid"/>
          </a:ln>
        </p:spPr>
      </p:sp>
      <p:pic>
        <p:nvPicPr>
          <p:cNvPr id="14" name="Image 3" descr="D:\Boulot temp\Solana\legwork\docs\screenshots\05_pa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588" y="1874520"/>
            <a:ext cx="1933956" cy="42976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859268" y="6263640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and paid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64008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Legwork · CLOCK IN, the Solana Mobile hackathon · Marc Donovici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loop, six steps, every one of them on the phone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pins on a live map. Alerts when a mission lands within your radius.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slot is held for 45 minutes on chain. Gasless for the worker.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828800"/>
            <a:ext cx="502920" cy="50292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distance, navigate intent, and a green state the moment you are inside the radius.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709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camera only. The photo carries GPS, accuracy, timestamp and device signals.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43400" y="384048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4069080"/>
            <a:ext cx="502920" cy="50292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709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policy, freshness, duplicate detection, then a vision judge with named checks.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46720" y="3840480"/>
            <a:ext cx="347472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4069080"/>
            <a:ext cx="502920" cy="50292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paid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709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approve_completion moves USDC from the vault to your wallet and writes the proof hash.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streak and earnings update from chain, and the map already shows the next one.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4008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Legwork · CLOCK IN, the Solana Mobile hackathon · Marc Donovici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the phone and the product stops working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Legwork is not a web app in a wrapper. The phone is part of the protocol.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FFE9DF"/>
          </a:solidFill>
          <a:ln w="12700">
            <a:solidFill>
              <a:srgbClr val="FFE9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28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is the first proof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488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inside the mission radius, accuracy-aware, mock providers rejected.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FFE9DF"/>
          </a:solidFill>
          <a:ln w="12700">
            <a:solidFill>
              <a:srgbClr val="FFE9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697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is the second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175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 only. No gallery uploads. Perceptual hashes catch re-used photos.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640080" cy="640080"/>
          </a:xfrm>
          <a:prstGeom prst="ellipse">
            <a:avLst/>
          </a:prstGeom>
          <a:solidFill>
            <a:srgbClr val="FFE9DF"/>
          </a:solidFill>
          <a:ln w="12700">
            <a:solidFill>
              <a:srgbClr val="FFE9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5661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Seeker is the third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Seeker Genesis Token binds one device to one worker for Seeker-only missions.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640080" cy="640080"/>
          </a:xfrm>
          <a:prstGeom prst="ellipse">
            <a:avLst/>
          </a:prstGeom>
          <a:solidFill>
            <a:srgbClr val="FFE9DF"/>
          </a:solidFill>
          <a:ln w="12700">
            <a:solidFill>
              <a:srgbClr val="FFE9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34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bring people back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7548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"$8 mission 400 m away", computed on the device every 15 minutes from the last position.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640080" cy="640080"/>
          </a:xfrm>
          <a:prstGeom prst="ellipse">
            <a:avLst/>
          </a:prstGeom>
          <a:solidFill>
            <a:srgbClr val="FFE9DF"/>
          </a:solidFill>
          <a:ln w="12700">
            <a:solidFill>
              <a:srgbClr val="FFE9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303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🚶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303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is the mechanic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6235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counts down live; arrival flips the screen green and unlocks the shutter.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74736" y="1682496"/>
            <a:ext cx="2125980" cy="4590288"/>
          </a:xfrm>
          <a:prstGeom prst="roundRect">
            <a:avLst>
              <a:gd name="adj" fmla="val 10753"/>
            </a:avLst>
          </a:prstGeom>
          <a:solidFill>
            <a:srgbClr val="17130F"/>
          </a:solidFill>
          <a:ln w="12700">
            <a:solidFill>
              <a:srgbClr val="17130F"/>
            </a:solidFill>
            <a:prstDash val="solid"/>
          </a:ln>
        </p:spPr>
      </p:sp>
      <p:pic>
        <p:nvPicPr>
          <p:cNvPr id="25" name="Image 0" descr="D:\Boulot temp\Solana\legwork\docs\screenshots\04_cap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737360"/>
            <a:ext cx="2016252" cy="448056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955280" y="6309360"/>
            <a:ext cx="25648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on the capture screen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008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Legwork · CLOCK IN, the Solana Mobile hackathon · Marc Donovici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chain is the database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Missions, escrow, reservations, completions, reputation, streaks and stake are accounts of one Anchor program. The verifier holds no state.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852160" cy="978408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+ vault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PDA per mission with its own USDC token account. The creator funds reward × slots in one signature.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852160" cy="978408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54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57600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for a worker by the verifier's signature. The worker never pays a fee.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5852160" cy="978408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206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09160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hash, confidence and the yes/no answer, written in the same transaction as the payout.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5852160" cy="978408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257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WorkerProfile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760720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Approved, rejected, streak, score, categories, SKR stake, Seeker binding. Readable by any client.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920240"/>
            <a:ext cx="4846320" cy="978408"/>
          </a:xfrm>
          <a:prstGeom prst="roundRect">
            <a:avLst>
              <a:gd name="adj" fmla="val 16822"/>
            </a:avLst>
          </a:prstGeom>
          <a:solidFill>
            <a:srgbClr val="F3EEE6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2103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you can inspect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606040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"$12.00 still locked" on the mission page is the vault balance.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2971800"/>
            <a:ext cx="4846320" cy="978408"/>
          </a:xfrm>
          <a:prstGeom prst="roundRect">
            <a:avLst>
              <a:gd name="adj" fmla="val 16822"/>
            </a:avLst>
          </a:prstGeom>
          <a:solidFill>
            <a:srgbClr val="F3EEE6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95160" y="3154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global settlement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657600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in Paris is paid by a creator anywhere, in seconds, with a transaction link.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4023360"/>
            <a:ext cx="4846320" cy="978408"/>
          </a:xfrm>
          <a:prstGeom prst="roundRect">
            <a:avLst>
              <a:gd name="adj" fmla="val 16822"/>
            </a:avLst>
          </a:prstGeom>
          <a:solidFill>
            <a:srgbClr val="F3EEE6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9516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Permissionless reads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4709160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and creator analytics are getProgramAccounts calls.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0840" y="5074920"/>
            <a:ext cx="4846320" cy="978408"/>
          </a:xfrm>
          <a:prstGeom prst="roundRect">
            <a:avLst>
              <a:gd name="adj" fmla="val 16822"/>
            </a:avLst>
          </a:prstGeom>
          <a:solidFill>
            <a:srgbClr val="F3EEE6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95160" y="5257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is a key, not a database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5760720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only pay a reserved worker from that mission's vault, once.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008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Legwork · CLOCK IN, the Solana Mobile hackathon · Marc Donovici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Seeker hardware gets real marketplace utility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931920" cy="1920240"/>
          </a:xfrm>
          <a:prstGeom prst="roundRect">
            <a:avLst>
              <a:gd name="adj" fmla="val 8571"/>
            </a:avLst>
          </a:prstGeom>
          <a:solidFill>
            <a:srgbClr val="EDE4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verified badge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inspects the wallet's Token-2022 accounts for a Seeker Genesis Token (mint authority, metadata pointer, token group), then the verifier binds it on chain.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600200"/>
            <a:ext cx="3931920" cy="1920240"/>
          </a:xfrm>
          <a:prstGeom prst="roundRect">
            <a:avLst>
              <a:gd name="adj" fmla="val 8571"/>
            </a:avLst>
          </a:prstGeom>
          <a:solidFill>
            <a:srgbClr val="EDE4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7492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device, one worker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74920" y="22860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PDA maps each Genesis Token mint to a single wallet. Sponsored campaigns can pay once per Seeker, not once per keypair.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3931920" cy="1920240"/>
          </a:xfrm>
          <a:prstGeom prst="roundRect">
            <a:avLst>
              <a:gd name="adj" fmla="val 8571"/>
            </a:avLst>
          </a:prstGeom>
          <a:solidFill>
            <a:srgbClr val="EDE4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Seeker-only missions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348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tick "Seeker only"; the program refuses approvals from unbound wallets. Ecosystem campaigns land in Seeker owners' pockets first.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3749040"/>
            <a:ext cx="3931920" cy="1920240"/>
          </a:xfrm>
          <a:prstGeom prst="roundRect">
            <a:avLst>
              <a:gd name="adj" fmla="val 8571"/>
            </a:avLst>
          </a:prstGeom>
          <a:solidFill>
            <a:srgbClr val="EDE4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74920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tier from day one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44348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 Seeker skips the Explorer tier: priority verification and a badge on the leaderboard.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89136" y="1225296"/>
            <a:ext cx="2372868" cy="5138928"/>
          </a:xfrm>
          <a:prstGeom prst="roundRect">
            <a:avLst>
              <a:gd name="adj" fmla="val 9634"/>
            </a:avLst>
          </a:prstGeom>
          <a:solidFill>
            <a:srgbClr val="17130F"/>
          </a:solidFill>
          <a:ln w="12700">
            <a:solidFill>
              <a:srgbClr val="17130F"/>
            </a:solidFill>
            <a:prstDash val="solid"/>
          </a:ln>
        </p:spPr>
      </p:sp>
      <p:pic>
        <p:nvPicPr>
          <p:cNvPr id="16" name="Image 0" descr="D:\Boulot temp\Solana\legwork\docs\screenshots\07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280160"/>
            <a:ext cx="2263140" cy="5029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869680" y="6400800"/>
            <a:ext cx="2811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tier, stake, Seeker check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4008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Legwork · CLOCK IN, the Solana Mobile hackathon · Marc Donovici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SKR is the commitment behind trust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SKR and the marketplace loses its trust tiers and its fee schedule. Staking is enforced by the program, not by a spreadsheet.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8483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3EEE6"/>
          </a:solidFill>
          <a:ln w="12700">
            <a:solidFill>
              <a:srgbClr val="F3E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848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missions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9535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Badge, priority verification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missions or a Seeker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221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Higher-value missions, two reservations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missions + 100 SKR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9087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DE4FF"/>
          </a:solidFill>
          <a:ln w="12700">
            <a:solidFill>
              <a:srgbClr val="EDE4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690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4617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campaigns, dispute reviewer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617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missions + 1000 SKR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2011680"/>
            <a:ext cx="3429000" cy="1554480"/>
          </a:xfrm>
          <a:prstGeom prst="roundRect">
            <a:avLst>
              <a:gd name="adj" fmla="val 10588"/>
            </a:avLst>
          </a:prstGeom>
          <a:solidFill>
            <a:srgbClr val="EDE4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2194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stake 500 SKR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 drops from 10% to 5% on every mission they fund. Computed on chain at funding time.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3749040"/>
            <a:ext cx="3429000" cy="1554480"/>
          </a:xfrm>
          <a:prstGeom prst="roundRect">
            <a:avLst>
              <a:gd name="adj" fmla="val 10588"/>
            </a:avLst>
          </a:prstGeom>
          <a:solidFill>
            <a:srgbClr val="EDE4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0" y="3931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stake to climb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44348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is locked in a config-owned vault and can be withdrawn at any time. Creators can require a minimum score.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SKR mint SKRbvo6Gf7GondiT3BbTfuRDPqLWei4j2Qy2NPGZhW3 · a test mint stands in on devnet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008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Legwork · CLOCK IN, the Solana Mobile hackathon · Marc Donovici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Creators deploy people in one signature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7665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62179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acceptance, charger check, poster check, shelf availability, opening hours.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404872"/>
            <a:ext cx="67665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58775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on the map, set the radius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90672"/>
            <a:ext cx="62179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Reward, number of completions, deadline, Seeker-only, minimum score.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92424"/>
            <a:ext cx="67665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57530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and publish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78224"/>
            <a:ext cx="62179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wallet signature creates the mission, its vault, the escrow and the fee.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379976"/>
            <a:ext cx="67665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56285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Answers, not just photos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065776"/>
            <a:ext cx="62179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yes/no question is answered on chain per completion; the dashboard tallies Yes / No / Unclear.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367528"/>
            <a:ext cx="67665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5504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and recover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6053328"/>
            <a:ext cx="621792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is not claimed comes back to the creator's wallet.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74736" y="1225296"/>
            <a:ext cx="2372868" cy="5138928"/>
          </a:xfrm>
          <a:prstGeom prst="roundRect">
            <a:avLst>
              <a:gd name="adj" fmla="val 9634"/>
            </a:avLst>
          </a:prstGeom>
          <a:solidFill>
            <a:srgbClr val="17130F"/>
          </a:solidFill>
          <a:ln w="12700">
            <a:solidFill>
              <a:srgbClr val="17130F"/>
            </a:solidFill>
            <a:prstDash val="solid"/>
          </a:ln>
        </p:spPr>
      </p:sp>
      <p:pic>
        <p:nvPicPr>
          <p:cNvPr id="19" name="Image 0" descr="D:\Boulot temp\Solana\legwork\docs\screenshots\08_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280160"/>
            <a:ext cx="2263140" cy="50292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955280" y="6400800"/>
            <a:ext cx="28117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mission with funding summary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64008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Legwork · CLOCK IN, the Solana Mobile hackathon · Marc Donovici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proof passes named checks the worker can see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365760" cy="36576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54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mission location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≤ radius + min(accuracy, 50 m) + 25 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249424"/>
            <a:ext cx="365760" cy="36576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762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accuracy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1762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100 m, mock-location flag rejected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71216"/>
            <a:ext cx="365760" cy="36576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980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capture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7980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within 10 min of server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93008"/>
            <a:ext cx="365760" cy="36576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198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photo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4198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not on chain, dhash Hamming &gt; 6 from recent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0416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photo, not a screen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041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judge flags re-photographed screens and prints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736592"/>
            <a:ext cx="365760" cy="36576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663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matches the mission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4663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relevant, fulfils the instructions, confidence ≥ 60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358384"/>
            <a:ext cx="365760" cy="36576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52852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 4 mission-specific checks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297680" y="52852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"accepted payment methods are readable"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1554480"/>
            <a:ext cx="3063240" cy="2011680"/>
          </a:xfrm>
          <a:prstGeom prst="roundRect">
            <a:avLst>
              <a:gd name="adj" fmla="val 8182"/>
            </a:avLst>
          </a:prstGeom>
          <a:solidFill>
            <a:srgbClr val="DDF5EA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78240" y="1737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construction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224028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are judged in memory and discarded. Only the hash goes on chain. Precise location is read only while a mission screen is open.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3749040"/>
            <a:ext cx="3063240" cy="2011680"/>
          </a:xfrm>
          <a:prstGeom prst="roundRect">
            <a:avLst>
              <a:gd name="adj" fmla="val 8182"/>
            </a:avLst>
          </a:prstGeom>
          <a:solidFill>
            <a:srgbClr val="DDF5EA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78240" y="3931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stay in the wallet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0" y="443484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Sign-in, funding and staking go through Mobile Wallet Adapter. The verifier key can only pay a reserved worker from that mission's vault.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4008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Legwork · CLOCK IN, the Solana Mobile hackathon · Marc Donovici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marketplace fee, paid at funding time, on chain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 on funded rewards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creators staking 500 SKR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workers: reservations and payouts are gasless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63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reward $5 · creator pays $5.50 · Legwork treasury receives $0.50, in the same transaction that funds the escrow.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260604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🏪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840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intelligence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4340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methods, shelf checks, price and opening-hour verification for directories and brands.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56432" y="3657600"/>
            <a:ext cx="260604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85032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279392" y="3840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730752" y="434340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Chargers, kiosks, signage and accessibility checks for operators and cities.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2784" y="3657600"/>
            <a:ext cx="260604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1384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🎪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095744" y="3840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47104" y="434340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presence, booth check-ins, conference scavenger missions.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89136" y="3657600"/>
            <a:ext cx="260604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17736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◎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912096" y="3840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ecosystem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363456" y="434340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"Pay with USDC here" merchant maps, Seeker-only campaigns, community verification drives.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4008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Legwork · CLOCK IN, the Solana Mobile hackathon · Marc Donovici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running on devnet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instructions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8036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account types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proof checks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Android: Kotlin, Jetpack Compose, Mobile Wallet Adapter 2.0 (Sign-in-with-Solana, signTransactions), MapLibre, CameraX, WorkManager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Program: Anchor 1.0, program id 86V9Vw6jPnoy4R6feJK6atwMK3x1oUootvvbqb8iZHD6, committed IDL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Verifier: FastAPI, stateless, Gemini vision judge with structured verdicts, dhash duplicate detection, SIWS sessions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Repository someone else can clone and run: pinned Docker build for the program, local validator script, devnet seeding, unit tests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github.com/Marc-Dvci/Legwork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Legwork. Get paid for the legwork.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089136" y="585216"/>
            <a:ext cx="2619756" cy="5687568"/>
          </a:xfrm>
          <a:prstGeom prst="roundRect">
            <a:avLst>
              <a:gd name="adj" fmla="val 8726"/>
            </a:avLst>
          </a:prstGeom>
          <a:solidFill>
            <a:srgbClr val="17130F"/>
          </a:solidFill>
          <a:ln w="12700">
            <a:solidFill>
              <a:srgbClr val="17130F"/>
            </a:solidFill>
            <a:prstDash val="solid"/>
          </a:ln>
        </p:spPr>
      </p:sp>
      <p:pic>
        <p:nvPicPr>
          <p:cNvPr id="18" name="Image 0" descr="D:\Boulot temp\Solana\legwork\docs\screenshots\05_pa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640080"/>
            <a:ext cx="2510028" cy="557784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40080" y="64008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8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Legwork · CLOCK IN, the Solana Mobile hackathon · Marc Donovici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Legwork</dc:title>
  <dc:subject>PptxGenJS Presentation</dc:subject>
  <dc:creator>Marc Donovici</dc:creator>
  <cp:lastModifiedBy>Marc Donovici</cp:lastModifiedBy>
  <cp:revision>1</cp:revision>
  <dcterms:created xsi:type="dcterms:W3CDTF">2026-09-21T16:08:31Z</dcterms:created>
  <dcterms:modified xsi:type="dcterms:W3CDTF">2026-09-21T16:08:31Z</dcterms:modified>
</cp:coreProperties>
</file>